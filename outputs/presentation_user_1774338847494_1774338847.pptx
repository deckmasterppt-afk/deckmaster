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create a presentation on hyacinth macaw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Introduction to create a presentation on hyacinth macaw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Key Components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EF3C7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