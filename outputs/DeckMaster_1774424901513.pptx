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234440"/>
            <a:ext cx="91440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5400" b="1">
                <a:solidFill>
                  <a:srgbClr val="FFFFFF"/>
                </a:solidFill>
                <a:latin typeface="Calibri"/>
              </a:rPr>
              <a:t>Understanding Climate Change Impact on Global Temperatures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981047" y="3703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2200" i="0">
                <a:solidFill>
                  <a:srgbClr val="CBD5E1"/>
                </a:solidFill>
                <a:latin typeface="Calibri"/>
              </a:rPr>
              <a:t>Human activities have significantly increased atmospheric carbon dioxide levels by over half since pre-industrial times.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65176"/>
            <a:ext cx="113687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Consequences of Rising Temperatures on Land vs Sea Temperature Variations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88136"/>
            <a:ext cx="3979057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0040" y="1197864"/>
            <a:ext cx="11368735" cy="5157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Land areas experienced a temperature increase nearly twice as high (2.8 °C) compared to the global average surface air temperatures, affecting ecosystems and agriculture.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Sea levels have risen by about 20 centimeters since late 19th century due to thermal expansion from warming oceans.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65176"/>
            <a:ext cx="113687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Human Activities Contributing to Climate Change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88136"/>
            <a:ext cx="3979057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0040" y="1197864"/>
            <a:ext cx="11368735" cy="5157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Burning fossil fuels for electricity, heat and transportation is the largest source of carbon dioxide emissions.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Deforestation contributes significantly as trees absorb CO2; thus deforestation releases stored atmospheric gases back into air.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65176"/>
            <a:ext cx="113687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Global Warming vs Climate Change: Distinctions and Impacts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88136"/>
            <a:ext cx="3979057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0040" y="1197864"/>
            <a:ext cx="11368735" cy="5157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Climate change refers to long-term alterations in temperature, precipitation patterns resulting from human activities.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Global warming specifically denotes the increase of Earth's average surface temperatures due mainly to greenhouse gases.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65176"/>
            <a:ext cx="113687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Adapting and Mitigating Climate Change Effects: Current Efforts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88136"/>
            <a:ext cx="3979057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0040" y="1197864"/>
            <a:ext cx="11368735" cy="5157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Implementing renewable energy sources like solar, wind reduces carbon emissions significantly.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CBD5E1"/>
                </a:solidFill>
                <a:latin typeface="Calibri"/>
              </a:rPr>
              <a:t>• Promoting sustainable agricultural practices helps in managing land use to mitigate climate impacts.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920240"/>
            <a:ext cx="9144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6800" b="0">
                <a:solidFill>
                  <a:srgbClr val="FFFFFF"/>
                </a:solidFill>
                <a:latin typeface="Segoe Script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847" y="365760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981047" y="3886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2000" i="1">
                <a:solidFill>
                  <a:srgbClr val="CBD5E1"/>
                </a:solidFill>
                <a:latin typeface="Calibri"/>
              </a:rPr>
              <a:t>We appreciate your time and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