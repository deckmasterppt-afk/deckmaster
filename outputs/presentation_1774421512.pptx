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400300"/>
            <a:ext cx="94484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defRPr>
                <a:solidFill>
                  <a:srgbClr val="1E1E1E"/>
                </a:solidFill>
              </a:defRPr>
            </a:pPr>
            <a:r>
              <a:rPr sz="4800" b="0">
                <a:solidFill>
                  <a:srgbClr val="FFFFFF"/>
                </a:solidFill>
                <a:latin typeface="Calibri Light"/>
              </a:rPr>
              <a:t>Artificial Intelligence: An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Foundations and Evolution of AI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Artificial intelligence (AI) began as an academic discipline in 1956, inspi...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Early pioneers like Alan Turing proposed theoretical frameworks for machine...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The field saw significant milestones and increased interest after John McCa...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Core Components of AI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Artificial intelligence encompasses several key components: reasoning and p...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Knowledge representation involves structuring information in a way that can...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Natural language processing (NLP) enables computers to understand, interpre...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Advancements Shaping AI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The advent of graphics processing units has revolutionized neural network p...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Transformer architecture, introduced by Google in their BERT model (Bidirec...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Generative models like GPT-3 have demonstrated capabilities such as text ge...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Ethical Considerations in AI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The rapid growth of advanced generative AI has led to unintended consequenc...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Taylor Swift's deepfake pornography scandal highlights privacy violations a...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8F9FA"/>
                </a:solidFill>
                <a:latin typeface="Calibri"/>
              </a:rPr>
              <a:t>• Companies are increasingly scrutinized over ethical standards; OpenAI’s lea...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