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3847" y="1325880"/>
            <a:ext cx="91440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5200" b="0">
                <a:solidFill>
                  <a:srgbClr val="00F5FF"/>
                </a:solidFill>
                <a:latin typeface="Consolas"/>
              </a:rPr>
              <a:t>An Introduction to Python Programming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6583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3000" b="1">
                <a:solidFill>
                  <a:srgbClr val="00F5FF"/>
                </a:solidFill>
                <a:latin typeface="Consolas"/>
              </a:rPr>
              <a:t>History and Evolution of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6583680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B0C4DE"/>
                </a:solidFill>
                <a:latin typeface="Calibri"/>
              </a:rPr>
              <a:t>• Python, created by Guido van Rossum in the late 1980s.</a:t>
            </a:r>
          </a:p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B0C4DE"/>
                </a:solidFill>
                <a:latin typeface="Calibri"/>
              </a:rPr>
              <a:t>• First released as Python 1.0 on January 20, 1994.</a:t>
            </a:r>
          </a:p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B0C4DE"/>
                </a:solidFill>
                <a:latin typeface="Calibri"/>
              </a:rPr>
              <a:t>• Major revision with version 2.0 introduced significant changes like Unicode support (2003).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850" y="1645920"/>
            <a:ext cx="4145176" cy="4480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6583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3000" b="1">
                <a:solidFill>
                  <a:srgbClr val="00F5FF"/>
                </a:solidFill>
                <a:latin typeface="Consolas"/>
              </a:rPr>
              <a:t>Features of Python Programming 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6583680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B0C4DE"/>
                </a:solidFill>
                <a:latin typeface="Calibri"/>
              </a:rPr>
              <a:t>• High-level, interpreted language known for its readability and simplicity.</a:t>
            </a:r>
          </a:p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B0C4DE"/>
                </a:solidFill>
                <a:latin typeface="Calibri"/>
              </a:rPr>
              <a:t>• Supports multiple programming paradigms including object-oriented, procedural, and functional.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850" y="1645920"/>
            <a:ext cx="4145176" cy="4480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6583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3000" b="1">
                <a:solidFill>
                  <a:srgbClr val="00F5FF"/>
                </a:solidFill>
                <a:latin typeface="Consolas"/>
              </a:rPr>
              <a:t>Popular Libraries in Python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6583680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B0C4DE"/>
                </a:solidFill>
                <a:latin typeface="Calibri"/>
              </a:rPr>
              <a:t>• NumPy for numerical computations (85% of scientific computing).</a:t>
            </a:r>
          </a:p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B0C4DE"/>
                </a:solidFill>
                <a:latin typeface="Calibri"/>
              </a:rPr>
              <a:t>• Pandas for data manipulation and analysis.</a:t>
            </a:r>
          </a:p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B0C4DE"/>
                </a:solidFill>
                <a:latin typeface="Calibri"/>
              </a:rPr>
              <a:t>• Scikit-learn, TensorFlow, PyTorch - popular machine learning libraries.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850" y="1645920"/>
            <a:ext cx="4145176" cy="4480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6583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3000" b="1">
                <a:solidFill>
                  <a:srgbClr val="00F5FF"/>
                </a:solidFill>
                <a:latin typeface="Consolas"/>
              </a:rPr>
              <a:t>Applications in Various Industries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6583680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B0C4DE"/>
                </a:solidFill>
                <a:latin typeface="Calibri"/>
              </a:rPr>
              <a:t>• Web development with frameworks like Django and Flask.</a:t>
            </a:r>
          </a:p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B0C4DE"/>
                </a:solidFill>
                <a:latin typeface="Calibri"/>
              </a:rPr>
              <a:t>• Data science using Pandas, NumPy, SciKit-Learn.</a:t>
            </a:r>
          </a:p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B0C4DE"/>
                </a:solidFill>
                <a:latin typeface="Calibri"/>
              </a:rPr>
              <a:t>• Artificial Intelligence research utilizing TensorFlow or PyTorch.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850" y="1645920"/>
            <a:ext cx="4145176" cy="4480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6583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3000" b="1">
                <a:solidFill>
                  <a:srgbClr val="00F5FF"/>
                </a:solidFill>
                <a:latin typeface="Consolas"/>
              </a:rPr>
              <a:t>Python Community Contributions &amp;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6583680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B0C4DE"/>
                </a:solidFill>
                <a:latin typeface="Calibri"/>
              </a:rPr>
              <a:t>• Large and active community contributing to Python's development.</a:t>
            </a:r>
          </a:p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B0C4DE"/>
                </a:solidFill>
                <a:latin typeface="Calibri"/>
              </a:rPr>
              <a:t>• [PyPI](https://pypi.org/) offers over 200,000 packages for various applications.</a:t>
            </a:r>
          </a:p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B0C4DE"/>
                </a:solidFill>
                <a:latin typeface="Calibri"/>
              </a:rPr>
              <a:t>• Multiple conferences such as PyCon provide platforms for learning and sharing.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850" y="1645920"/>
            <a:ext cx="4145176" cy="4480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6583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3000" b="1">
                <a:solidFill>
                  <a:srgbClr val="00F5FF"/>
                </a:solidFill>
                <a:latin typeface="Consolas"/>
              </a:rPr>
              <a:t>Future of Python Programming 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6583680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B0C4DE"/>
                </a:solidFill>
                <a:latin typeface="Calibri"/>
              </a:rPr>
              <a:t>• Python 3.0 introduced in December 2008, not backward compatible with earlier versions.</a:t>
            </a:r>
          </a:p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B0C4DE"/>
                </a:solidFill>
                <a:latin typeface="Calibri"/>
              </a:rPr>
              <a:t>• [Alpha development phase](https://www.python.org/dev/peps/) for version 3.x continuing beyond October 2026.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850" y="1645920"/>
            <a:ext cx="4145176" cy="4480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3847" y="1828800"/>
            <a:ext cx="91440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6400" b="0">
                <a:solidFill>
                  <a:srgbClr val="00F5FF"/>
                </a:solidFill>
                <a:latin typeface="Segoe Script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047" y="4160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2200" i="1">
                <a:solidFill>
                  <a:srgbClr val="B0C4DE"/>
                </a:solidFill>
                <a:latin typeface="Calibri Light"/>
              </a:rPr>
              <a:t>We appreciate your time and attention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1E1E1E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