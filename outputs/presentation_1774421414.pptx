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Artificial Intelligence Overview and Subfields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Key Characteristics of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Capable of performing tasks typically associated with human intelligence, s...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Develops and studies methods that enable machines to perceive their environ...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Utilizes knowledge representation techniques including ontologies for organ...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Employs natural language processing capabilities allowing computers to unde...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Major Subfields of Artificial Intelligence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Reasoning: Developing algorithms that can solve problems through logical re...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Knowledge Representation &amp; Management (KR&amp;M): Organizing, storing, managing...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Machine Learning (ML) &amp; Deep Learning: Subdivided into supervised learning 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Evolutionary Algorithms and Hybrid Systems: Combining multiple AI technique...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Applications of Artificial Intelligence in Various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Healthcare: Diagnosing diseases with high accuracy using tools like Google'...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Finance &amp; Economics: Predictive analytics to forecast market trends, detect...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Challenges in Artificial Intelligence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Ethical Considerations: Issues such as bias, privacy concerns with data col...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Technical Challenges: Complexity of real-life environments makes it hard fo...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