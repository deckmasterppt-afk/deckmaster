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400300"/>
            <a:ext cx="94484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defRPr>
                <a:solidFill>
                  <a:srgbClr val="1E1E1E"/>
                </a:solidFill>
              </a:defRPr>
            </a:pPr>
            <a:r>
              <a:rPr sz="4800" b="0">
                <a:solidFill>
                  <a:srgbClr val="2C3E50"/>
                </a:solidFill>
                <a:latin typeface="Calibri Light"/>
              </a:rPr>
              <a:t>test presentation about technology and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2C3E50"/>
                </a:solidFill>
                <a:latin typeface="Calibri"/>
              </a:rPr>
              <a:t>Introduction to test presentation about technology and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34495E"/>
                </a:solidFill>
                <a:latin typeface="Calibri"/>
              </a:rPr>
              <a:t>• Learn how to turn on Birthday mode so you and Baby Globe can explore Wikipe...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34495E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34495E"/>
                </a:solidFill>
                <a:latin typeface="Calibri"/>
              </a:rPr>
              <a:t>• Additional insights and analysis related to test presentation about technol...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34495E"/>
                </a:solidFill>
                <a:latin typeface="Calibri"/>
              </a:rPr>
              <a:t>• Additional insights and analysis related to test presentation about technol...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2C3E50"/>
                </a:solidFill>
                <a:latin typeface="Calibri"/>
              </a:rPr>
              <a:t>Key Components and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34495E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34495E"/>
                </a:solidFill>
                <a:latin typeface="Calibri"/>
              </a:rPr>
              <a:t>• Additional insights and analysis related to test presentation about technol...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34495E"/>
                </a:solidFill>
                <a:latin typeface="Calibri"/>
              </a:rPr>
              <a:t>• Additional insights and analysis related to test presentation about technol...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34495E"/>
                </a:solidFill>
                <a:latin typeface="Calibri"/>
              </a:rPr>
              <a:t>• Additional insights and analysis related to test presentation about technol...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