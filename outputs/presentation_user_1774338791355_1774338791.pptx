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FFFFFF"/>
                </a:solidFill>
                <a:latin typeface="Calibri Light"/>
              </a:rPr>
              <a:t>create a presentation on hyacinth macaw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Introduction to create a presentation on hyacinth macaw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Key Components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Implementation and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Benefits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Advanced Strategies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