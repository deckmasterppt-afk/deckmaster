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234440"/>
            <a:ext cx="9144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400" b="0">
                <a:solidFill>
                  <a:srgbClr val="002147"/>
                </a:solidFill>
                <a:latin typeface="Georgia"/>
              </a:rPr>
              <a:t>An Overview of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2147"/>
                </a:solidFill>
                <a:latin typeface="Georgia"/>
              </a:rPr>
              <a:t>Foundations and Evolution in AI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2427" cy="274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6264078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3D3D3D"/>
                </a:solidFill>
                <a:latin typeface="Calibri"/>
              </a:rPr>
              <a:t>• Machine learning traces its origins back to Alan Turing's 1950 paper proposing a computing machine.</a:t>
            </a:r>
          </a:p>
          <a:p>
            <a:pPr>
              <a:lnSpc>
                <a:spcPct val="14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3D3D3D"/>
                </a:solidFill>
                <a:latin typeface="Calibri"/>
              </a:rPr>
              <a:t>• The field has evolved significantly since the introduction of artificial neural networks by Frank Rosenblatt in 1958.</a:t>
            </a:r>
          </a:p>
          <a:p>
            <a:pPr>
              <a:lnSpc>
                <a:spcPct val="14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3D3D3D"/>
                </a:solidFill>
                <a:latin typeface="Calibri"/>
              </a:rPr>
              <a:t>• Key milestones include Yann LeCun, Yoshua Bengio and Geoffrey Hinton’s contributions during 'Deep Learning Revolution'.</a:t>
            </a:r>
          </a:p>
          <a:p>
            <a:pPr>
              <a:lnSpc>
                <a:spcPct val="14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3D3D3D"/>
                </a:solidFill>
                <a:latin typeface="Calibri"/>
              </a:rPr>
              <a:t>• Statistical learning methods have been refined over decades to handle large datasets effectively.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2147"/>
                </a:solidFill>
                <a:latin typeface="Georgia"/>
              </a:rPr>
              <a:t>Key Algorithms in Machine Learning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2427" cy="274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6264078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Support Vector Machines (SVM) were developed by Vapnik and Cortes as a method to find the optimal hyperplane for classification.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Recurrent Neural Networks, crucially advanced research on sequence prediction tasks like language modeling.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Deep learning algorithms such as Convolutional Neural Networks revolutionized image recognition accuracy.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2147"/>
                </a:solidFill>
                <a:latin typeface="Georgia"/>
              </a:rPr>
              <a:t>Applications and Impact of Machine Learning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2427" cy="274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6264078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Machine learning powers recommendation systems like Netflix, enhancing user experience with personalized content.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Natural language processing algorithms drive applications such as Google Assistant to understand human speech effectively.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2147"/>
                </a:solidFill>
                <a:latin typeface="Georgia"/>
              </a:rPr>
              <a:t>Future Trends and Ethical Considerations in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2427" cy="274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6264078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The rise of ethical AI addresses issues like bias, transparency; the development focuses on fairness algorithms.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900" b="0">
                <a:solidFill>
                  <a:srgbClr val="3D3D3D"/>
                </a:solidFill>
                <a:latin typeface="Calibri"/>
              </a:rPr>
              <a:t>• Emerging trends include quantum machine learning for solving complex problems with unprecedented speed.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097280"/>
            <a:ext cx="4474342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92024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800" b="0">
                <a:solidFill>
                  <a:srgbClr val="002147"/>
                </a:solidFill>
                <a:latin typeface="Segoe Scrip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3657600"/>
            <a:ext cx="2286000" cy="36576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000" i="1">
                <a:solidFill>
                  <a:srgbClr val="3D3D3D"/>
                </a:solidFill>
                <a:latin typeface="Calibri"/>
              </a:rPr>
              <a:t>We appreciate your time and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