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400300"/>
            <a:ext cx="94484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defRPr>
                <a:solidFill>
                  <a:srgbClr val="1E1E1E"/>
                </a:solidFill>
              </a:defRPr>
            </a:pPr>
            <a:r>
              <a:rPr sz="4800" b="0">
                <a:solidFill>
                  <a:srgbClr val="2C3E50"/>
                </a:solidFill>
                <a:latin typeface="Calibri Light"/>
              </a:rPr>
              <a:t>Wikipedia: A Quarter Century of Free Knowledge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5196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2800" b="1">
                <a:solidFill>
                  <a:srgbClr val="2C3E50"/>
                </a:solidFill>
                <a:latin typeface="Calibri"/>
              </a:rPr>
              <a:t>The Evolution and Impact of the Free Encyclopedia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519667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34495E"/>
                </a:solidFill>
                <a:latin typeface="Calibri"/>
              </a:rPr>
              <a:t>• Wikipedia was launched on January 15, 2001, aiming to create a free collabo...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34495E"/>
                </a:solidFill>
                <a:latin typeface="Calibri"/>
              </a:rPr>
              <a:t>• As of 2023, over 6 million articles are available in English alone, with mi...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34495E"/>
                </a:solidFill>
                <a:latin typeface="Calibri"/>
              </a:rPr>
              <a:t>• Wikipedia has become one of the top 10 websites globally, receiving billion...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34495E"/>
                </a:solidFill>
                <a:latin typeface="Calibri"/>
              </a:rPr>
              <a:t>• The platform supports multiple languages including Uzbek (Ozbekcha), Kazakh...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17" y="2743200"/>
            <a:ext cx="4267093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5196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2800" b="1">
                <a:solidFill>
                  <a:srgbClr val="2C3E50"/>
                </a:solidFill>
                <a:latin typeface="Calibri"/>
              </a:rPr>
              <a:t>Unlocking Birthday Surprises on Wikipedia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519667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34495E"/>
                </a:solidFill>
                <a:latin typeface="Calibri"/>
              </a:rPr>
              <a:t>• To enable 'Birthday Mode' on Wikipedia, users need to add their birthday to...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34495E"/>
                </a:solidFill>
                <a:latin typeface="Calibri"/>
              </a:rPr>
              <a:t>• On your birthday, you can explore articles related to the day of birth, suc...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34495E"/>
                </a:solidFill>
                <a:latin typeface="Calibri"/>
              </a:rPr>
              <a:t>• Baby Globe and other users might find interesting facts about birthdays in 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34495E"/>
                </a:solidFill>
                <a:latin typeface="Calibri"/>
              </a:rPr>
              <a:t>• This unique feature encourages a more personal connection with the vast rep...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17" y="2743200"/>
            <a:ext cx="4267093" cy="3429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