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234440"/>
            <a:ext cx="9144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400" b="0">
                <a:solidFill>
                  <a:srgbClr val="FFFFFF"/>
                </a:solidFill>
                <a:latin typeface="Calibri Light"/>
              </a:rPr>
              <a:t>Introduction to Mona Lisa by Leonardo da Vinci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200" i="0">
                <a:solidFill>
                  <a:srgbClr val="FFE8E8"/>
                </a:solidFill>
                <a:latin typeface="Calibri"/>
              </a:rPr>
              <a:t>Leonardo began painting 'Mona Lisa' around the year 1503.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Subject and Patronage of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depicts an Italian noblewoman believed to be Lisa Gherardini.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Leonardo never explicitly mentioned the subject's name in his notes.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Composition and Style of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The subtle modelling techniques contribute to its lifelike quality.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Atmospheric perspective adds depth, enhancing the realistic portrayal.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Historical Significance and Theft of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Mona Lisa was stolen in 1911 by Vincenzo Peruggia.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The theft increased the painting's global fame.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Restoration and Preservation Efforts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Mona Lisa underwent restoration in 1963-65.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It is now housed at the Louvre Museum, France.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Economic Impact and Valuation of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In 1962, it was insured for $100 million.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$1 billion as adjusted value in 2023.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Public and Cultural Influence of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The painting has inspired countless artworks, films, songs.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Its image appears on various currencies worldwide.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Scientific Analysis and Technology in Art Study of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Infrared reflectography reveals underdrawings by Leonardo.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X-ray fluorescence shows changes during the painting's history.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Sociopolitical Context of Mona Lisa Creation and Theft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was painted in a politically tumultuous Florence.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The theft reflects early 20th-century nationalist sentiments.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Comparative Analysis with Other Renaissance Artworks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compares favorably to 'Virgin of the Rocks'.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Both showcase mastery in sfumato and depth.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Public Perception Over Time: Mona Lisa's Enduring Fascination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Its popularity soared after its theft.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It draws millions of visitors annually to the Louvre.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Challenges in Preservation and Security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The painting faces threats from environmental factors at its museum location.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Advanced security systems protect it against theft or damage.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Influence on Modern Art and Pop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inspired Salvador Dalí in 'The Persistence of Memory'.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Its portrayal affects modern media representations.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Educational Impact and Art Studies Related to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Universities worldwide host courses on Leonardo's techniques.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Art students analyze its composition for learning purposes.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The Role of Museums in Curating Mona Lisa and Related Artworks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draws significant attention to museum exhibitions.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Museums enhance educational programs related to Renaissance art.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Public Engagement and Interactive Experiences with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has interactive displays in the Louvre.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Virtual reality tours allow global access to its details.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Artistic Techniques and Innovations by Leonardo da Vinci for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features Leonardo's sfumato technique.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His use of chiaroscuro creates realistic shading.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Comparison with Other Famous Paintings by Renaissance Artists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competes in fame and technique against 'The School of Athens'.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Both works highlight the era's artistic achievements.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Influence on Contemporary Artists Inspired by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influenced Andy Warhol and Roy Lichtenstein.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Modern artists continue to reinterpret its themes.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400" b="0">
                <a:solidFill>
                  <a:srgbClr val="FFFFFF"/>
                </a:solidFill>
                <a:latin typeface="Calibri Light"/>
              </a:rPr>
              <a:t>The Role of Technology in Art Preservation Today as Applied to Mona Lisa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'Mona Lisa' benefits from advanced imaging technology.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FFE8E8"/>
                </a:solidFill>
                <a:latin typeface="Calibri"/>
              </a:rPr>
              <a:t>• Digital archiving preserves its details for future study.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92024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800" b="0">
                <a:solidFill>
                  <a:srgbClr val="FFFFFF"/>
                </a:solidFill>
                <a:latin typeface="Segoe Script"/>
              </a:rPr>
              <a:t>Educational Programs Featuring 'Mona Lisa'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3657600"/>
            <a:ext cx="2286000" cy="3657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000" i="1">
                <a:solidFill>
                  <a:srgbClr val="FFE8E8"/>
                </a:solidFill>
                <a:latin typeface="Calibri"/>
              </a:rPr>
              <a:t>'Mona Lisa' is used in educational curricula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