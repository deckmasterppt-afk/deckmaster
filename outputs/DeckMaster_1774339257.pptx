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400300"/>
            <a:ext cx="9448495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0000"/>
              </a:lnSpc>
              <a:defRPr>
                <a:solidFill>
                  <a:srgbClr val="1E1E1E"/>
                </a:solidFill>
              </a:defRPr>
            </a:pPr>
            <a:r>
              <a:rPr sz="4800" b="0">
                <a:solidFill>
                  <a:srgbClr val="FFFFFF"/>
                </a:solidFill>
                <a:latin typeface="Calibri Light"/>
              </a:rPr>
              <a:t>create a presentation on hyacinth macaw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Introduction to create a presentation on hyacinth macaw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Key Components and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Implementation and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Benefits and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Advanced Strategies and Methods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C48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371600"/>
            <a:ext cx="5196672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defRPr>
                <a:solidFill>
                  <a:srgbClr val="1E1E1E"/>
                </a:solidFill>
              </a:defRPr>
            </a:pPr>
            <a:r>
              <a:rPr sz="2800" b="1">
                <a:solidFill>
                  <a:srgbClr val="FFFFFF"/>
                </a:solidFill>
                <a:latin typeface="Calibri"/>
              </a:rPr>
              <a:t>Detailed Analysis - Part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468880"/>
            <a:ext cx="5196672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Learn how to turn on Birthday mode so you and Baby Globe can explore Wikipe...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ÒÐ°Ð·Ð°ÒÑÐ° / QazaqÅa / ÙØ§Ø²Ø§ÙØ´Ø§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  <a:p>
            <a:pPr>
              <a:lnSpc>
                <a:spcPct val="140000"/>
              </a:lnSpc>
              <a:spcAft>
                <a:spcPts val="1600"/>
              </a:spcAft>
              <a:defRPr>
                <a:solidFill>
                  <a:srgbClr val="1E1E1E"/>
                </a:solidFill>
              </a:defRPr>
            </a:pPr>
            <a:r>
              <a:rPr sz="2000" b="0">
                <a:solidFill>
                  <a:srgbClr val="FDF2F8"/>
                </a:solidFill>
                <a:latin typeface="Calibri"/>
              </a:rPr>
              <a:t>• Additional insights and analysis related to create a presentation on hyacin...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017" y="2743200"/>
            <a:ext cx="4267093" cy="3429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