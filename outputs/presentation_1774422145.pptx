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32588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5200" b="0">
                <a:solidFill>
                  <a:srgbClr val="FFFFFF"/>
                </a:solidFill>
                <a:latin typeface="Calibri Light"/>
              </a:rPr>
              <a:t>Artificial Intelligence - 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Historical Evolution of AI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AI research began formally in 1956 with the Dartmouth Conference.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Early focus included symbolic reasoning and problem-solving tasks like chess-playing programs.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The field saw a resurgence around 2000, driven by advancements in machine learning algorithms such as neural networks.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Key Subfields of AI Research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Natural Language Processing (NLP) enables machines to understand and respond in human language.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Computer Vision analyzes visual data, allowing computers to interpret images like humans do.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Robotics combines machine learning with mechanics for autonomous systems capable of physical tasks.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Impact and Applications in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Healthcare uses AI to diagnose diseases, predict patient outcomes, and personalize treatment plans.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Finance employs algorithms for fraud detection, automated trading systems, and predictive analytics.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Generative Models in Advanced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'Deepfakes' utilize generative models to create realistic human images or videos.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Large Language Models (LLMs) like GPT-3 generate coherent and contextually relevant text across diverse topics.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Ethical Considerations in AI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'Grok' refers to an accidental release of a highly controversial sexual deepfake, raising significant ethical concerns.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OpenAI's governance and Sam Altman's removal sparked debates on the oversight needed for powerful generative models.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6583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Future Directions of AI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65836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'Recursive self-improvement' explores systems that can autonomously improve their own algorithms.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AI's potential for AGI poses both opportunities and existential risks, necessitating careful regulation.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850" y="1645920"/>
            <a:ext cx="414517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3000" b="1">
                <a:solidFill>
                  <a:srgbClr val="FFFFFF"/>
                </a:solidFill>
                <a:latin typeface="Calibri"/>
              </a:rPr>
              <a:t>The Role of AI in Society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Automating repetitive tasks frees human workers for more complex problem-solving activities.</a:t>
            </a:r>
          </a:p>
          <a:p>
            <a:pPr>
              <a:lnSpc>
                <a:spcPct val="135000"/>
              </a:lnSpc>
              <a:spcAft>
                <a:spcPts val="14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AI-driven analytics provide insights that drive business efficiency and innovation.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828800"/>
            <a:ext cx="9144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6400" b="0">
                <a:solidFill>
                  <a:srgbClr val="FFFFFF"/>
                </a:solidFill>
                <a:latin typeface="Segoe Script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047" y="4160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solidFill>
                  <a:srgbClr val="1E1E1E"/>
                </a:solidFill>
              </a:defRPr>
            </a:pPr>
            <a:r>
              <a:rPr sz="2200" i="1">
                <a:solidFill>
                  <a:srgbClr val="F8F9FA"/>
                </a:solidFill>
                <a:latin typeface="Calibri Light"/>
              </a:rPr>
              <a:t>We appreciate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